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nding-t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35040" y="0"/>
            <a:ext cx="6153912" cy="6858000"/>
          </a:xfrm>
          <a:prstGeom prst="rect">
            <a:avLst/>
          </a:prstGeom>
          <a:solidFill>
            <a:srgbClr val="0A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3C5FD"/>
                </a:solidFill>
                <a:latin typeface="Arial"/>
              </a:rPr>
              <a:t>ДИПЛОМЫН ТӨСӨЛ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212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1F5F9"/>
                </a:solidFill>
                <a:latin typeface="Arial"/>
              </a:rPr>
              <a:t>SprintFlow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303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Arial"/>
              </a:rPr>
              <a:t>Agile төслийн менежментийн ухаалаг вэб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Arial"/>
              </a:rPr>
              <a:t>Төсөл, даалгавар, багийн уялдаа болон AI туслахыг нэг платформд нэгтгэсэн вэб систем.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1965960" cy="658368"/>
          </a:xfrm>
          <a:prstGeom prst="roundRect">
            <a:avLst>
              <a:gd name="adj" fmla="val 12000"/>
            </a:avLst>
          </a:prstGeom>
          <a:solidFill>
            <a:srgbClr val="122038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093208"/>
            <a:ext cx="1645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Arial"/>
              </a:rPr>
              <a:t>React + Express +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Оюутны танилцуулгын богино хувилбар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Arial"/>
              </a:rPr>
              <a:t>АСУУДАЛ БА ЗОРИЛГО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Яагаад SprintFlow хэрэгтэй вэ?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rial"/>
              </a:rPr>
              <a:t>Өдөр тутмын ажлын тархмал мэдээллийг нэг цэгт төвлөрүүлж, багийн хариуцлага ба явцыг илүү ойлгомжтой болгоно.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212080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889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0F172A"/>
                </a:solidFill>
                <a:latin typeface="Arial"/>
              </a:rPr>
              <a:t>• Төсөл, даалгавар, тайлан олон газар тархчихдаг асуудлыг багасгана.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F172A"/>
                </a:solidFill>
                <a:latin typeface="Arial"/>
              </a:rPr>
              <a:t>• Хэн юу хийж байгаа, ямар хугацаатай ажиллаж байгааг нэг дороос харуулна.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F172A"/>
                </a:solidFill>
                <a:latin typeface="Arial"/>
              </a:rPr>
              <a:t>• Supervisor, worker бүтэцтэй учраас байгууллагын дотоод урсгалд илүү тохирно.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0F172A"/>
                </a:solidFill>
                <a:latin typeface="Arial"/>
              </a:rPr>
              <a:t>• AI planner, voice task ашиглаад ажлыг хурдан задлах боломж өгнө.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51760"/>
            <a:ext cx="2148840" cy="109728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2788920"/>
            <a:ext cx="1874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rial"/>
              </a:rPr>
              <a:t>1 платформ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3154680"/>
            <a:ext cx="1874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rial"/>
              </a:rPr>
              <a:t>Төсөл, даалгавар, баг,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2651760"/>
            <a:ext cx="2148840" cy="109728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7112" y="2788920"/>
            <a:ext cx="1874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3AED"/>
                </a:solidFill>
                <a:latin typeface="Arial"/>
              </a:rPr>
              <a:t>3 түвшин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7112" y="3154680"/>
            <a:ext cx="1874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rial"/>
              </a:rPr>
              <a:t>Admin · Supervisor · Worker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77639"/>
            <a:ext cx="4480560" cy="1143000"/>
          </a:xfrm>
          <a:prstGeom prst="roundRect">
            <a:avLst>
              <a:gd name="adj" fmla="val 8000"/>
            </a:avLst>
          </a:prstGeom>
          <a:solidFill>
            <a:srgbClr val="EBF2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114799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Arial"/>
              </a:rPr>
              <a:t>Бодит хэрэглээнд ойр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480559"/>
            <a:ext cx="4206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rial"/>
              </a:rPr>
              <a:t>Нэвтрэх, эрх, тайлан, company structure, billing, AI зэрэг нь бүгд ажилладаг.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Arial"/>
              </a:rPr>
              <a:t>ГОЛ ФУНКЦУУД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Систем юу хийж чаддаг вэ?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rial"/>
              </a:rPr>
              <a:t>Хэрэглэгчийн урсгал, багийн удирдлага, AI туслах, аюулгүй байдлыг нэгтгэсэн.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8978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651760"/>
            <a:ext cx="5440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0F172A"/>
                </a:solidFill>
                <a:latin typeface="Arial"/>
              </a:rPr>
              <a:t>• Бүртгэл, нэвтрэлт, logout, forgot password кодоор сэргээх логик.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F172A"/>
                </a:solidFill>
                <a:latin typeface="Arial"/>
              </a:rPr>
              <a:t>• Role-based access: ADMIN, MODERATOR, USER болон company-level supervisor/worker бүтэц.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F172A"/>
                </a:solidFill>
                <a:latin typeface="Arial"/>
              </a:rPr>
              <a:t>• Project CRUD, task CRUD, comment, search, filter, pagination.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F172A"/>
                </a:solidFill>
                <a:latin typeface="Arial"/>
              </a:rPr>
              <a:t>• Dashboard, performance, company workspace, billing, Google login.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0F172A"/>
                </a:solidFill>
                <a:latin typeface="Arial"/>
              </a:rPr>
              <a:t>• AI search, AI planner, voice task capture зэрэг нэмэлт боломжууд.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377440"/>
            <a:ext cx="3977639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59168" y="56235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rial"/>
              </a:rPr>
              <a:t>Интерфэйс нь responsive бөгөөд desktop, mobile хоёрт ажиллана.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3C5FD"/>
                </a:solidFill>
                <a:latin typeface="Arial"/>
              </a:rPr>
              <a:t>ХЭРЭГЛЭГЧИЙН ЛОГИК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rial"/>
              </a:rPr>
              <a:t>Эрхийн бүтэц ба ажлын урсгал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rial"/>
              </a:rPr>
              <a:t>SprintFlow-ийн ялгарах нэг тал нь company hierarchy болон supervisor/worker бүтэц юм.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456432" cy="2514600"/>
          </a:xfrm>
          <a:prstGeom prst="roundRect">
            <a:avLst>
              <a:gd name="adj" fmla="val 12000"/>
            </a:avLst>
          </a:prstGeom>
          <a:solidFill>
            <a:srgbClr val="122038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3456432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7432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rial"/>
              </a:rPr>
              <a:t>System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246120"/>
            <a:ext cx="2971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rial"/>
              </a:rPr>
              <a:t>Компани үүсгэнэ, хэрэглэгч удирдана, бүх тайлан болон AI боломжийг ашиглана.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468880"/>
            <a:ext cx="3456432" cy="2514600"/>
          </a:xfrm>
          <a:prstGeom prst="roundRect">
            <a:avLst>
              <a:gd name="adj" fmla="val 12000"/>
            </a:avLst>
          </a:prstGeom>
          <a:solidFill>
            <a:srgbClr val="122038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468880"/>
            <a:ext cx="345643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7432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rial"/>
              </a:rPr>
              <a:t>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246120"/>
            <a:ext cx="2971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rial"/>
              </a:rPr>
              <a:t>Өөрийн компанийн ажилтнуудыг багтаа оруулж, төсөл ба даалгавар хуваарилна.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468880"/>
            <a:ext cx="3456432" cy="2514600"/>
          </a:xfrm>
          <a:prstGeom prst="roundRect">
            <a:avLst>
              <a:gd name="adj" fmla="val 12000"/>
            </a:avLst>
          </a:prstGeom>
          <a:solidFill>
            <a:srgbClr val="122038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68880"/>
            <a:ext cx="3456432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74320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rial"/>
              </a:rPr>
              <a:t>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246120"/>
            <a:ext cx="2971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rial"/>
              </a:rPr>
              <a:t>Өөрт хамаарах төсөл, даалгавар, inbox болон ажлын явцаа харж шинэчилнэ.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3C5FD"/>
                </a:solidFill>
                <a:latin typeface="Arial"/>
              </a:rPr>
              <a:t>Ажлын ерөнхий урсгал: компани үүсгэх → баг холбох → төсөл нээх → даалгавар өгөх → dashboard/performance-ээр хянах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Arial"/>
              </a:rPr>
              <a:t>АРХИТЕКТУР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Frontend, backend, database нь тусдаа давхаргатай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rial"/>
              </a:rPr>
              <a:t>Энэ бүтэц нь системийг өргөтгөх, deploy хийх, олон хэрэглэгчтэй ажиллуулахад тохиромжтой.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926080"/>
            <a:ext cx="16916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3127248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Arial"/>
              </a:rPr>
              <a:t>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3502152"/>
            <a:ext cx="1417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rial"/>
              </a:rPr>
              <a:t>React + Vite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926080"/>
            <a:ext cx="16459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312724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Arial"/>
              </a:rPr>
              <a:t>Nginx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3502152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rial"/>
              </a:rPr>
              <a:t>Static hosting + /api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926080"/>
            <a:ext cx="21488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4" y="3127248"/>
            <a:ext cx="1874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Express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3502152"/>
            <a:ext cx="1874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rial"/>
              </a:rPr>
              <a:t>Auth, projects, tasks, dashboard, companies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926080"/>
            <a:ext cx="164592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4" y="3127248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Prisma 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3502152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rial"/>
              </a:rPr>
              <a:t>Relational query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4290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2926080"/>
            <a:ext cx="1828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312724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3502152"/>
            <a:ext cx="1554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rial"/>
              </a:rPr>
              <a:t>Үндсэн өгөгдөл хадгална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9834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Database нь users, companies, company_members, projects, project_members, tasks, comments, activity_logs зэрэг гол хүснэгтүүдтэй.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Docker Compose болон Fly.io ашиглаж орчин, deploy-ийг тусгаарласан.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Arial"/>
              </a:rPr>
              <a:t>АЮУЛГҮЙ БАЙДАЛ БА ГҮЙЦЭТГЭЛ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6868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rial"/>
              </a:rPr>
              <a:t>Систем зөвхөн харагдах байдал биш, дотоод логикоороо ч хамгаалалттай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Arial"/>
              </a:rPr>
              <a:t>Дипломын төсөл боловч production-д ойр шийдлүүдийг сонгосон.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512064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97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Arial"/>
              </a:rPr>
              <a:t>Аюулгүй байдлын хэсэг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6324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bcrypt password hashing, JWT auth, protected routes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CSRF, rate limit, Helmet, HPP, input validation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Company-level data scope ба role-based access control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Forgot password кодоор сэргээх, assignment email мэдэгдэл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423160"/>
            <a:ext cx="507492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69748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Arial"/>
              </a:rPr>
              <a:t>Гүйцэтгэл ба өргөтгөх боломж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063240"/>
            <a:ext cx="4480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Search, filter, pagination, indexed relational queries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REST API бүтэц нь олон хэрэглэгч зэрэг холбогдоход илүү тогтвортой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Pricing plan-аар AI entitlement удирдах боломжтой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F172A"/>
                </a:solidFill>
                <a:latin typeface="Arial"/>
              </a:rPr>
              <a:t>• Цаашид mobile app, real-time collaboration нэмэх суурьтай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68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93C5FD"/>
                </a:solidFill>
                <a:latin typeface="Arial"/>
              </a:rPr>
              <a:t>ДҮГНЭЛТ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577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1F5F9"/>
                </a:solidFill>
                <a:latin typeface="Arial"/>
              </a:rPr>
              <a:t>SprintFlow бол багийн ажлыг ойлгомжтой, хяналттай, хурдан болгох зорилготой систем.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46888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E2E8F0"/>
                </a:solidFill>
                <a:latin typeface="Arial"/>
              </a:rPr>
              <a:t>• Agile төслийн менежментийг нэг платформд төвлөрүүлсэн.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2E8F0"/>
                </a:solidFill>
                <a:latin typeface="Arial"/>
              </a:rPr>
              <a:t>• Компанийн бүтэцтэй уялдсан supervisor/worker логиктой.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2E8F0"/>
                </a:solidFill>
                <a:latin typeface="Arial"/>
              </a:rPr>
              <a:t>• AI planner, voice task зэрэг нэмэлт боломжтой.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E2E8F0"/>
                </a:solidFill>
                <a:latin typeface="Arial"/>
              </a:rPr>
              <a:t>• Сургалтын төсөл төдийгүй бодит хэрэглээнд ойр шийдэл болсон.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17320"/>
            <a:ext cx="4389120" cy="3977639"/>
          </a:xfrm>
          <a:prstGeom prst="roundRect">
            <a:avLst>
              <a:gd name="adj" fmla="val 12000"/>
            </a:avLst>
          </a:prstGeom>
          <a:solidFill>
            <a:srgbClr val="122038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20840" y="178308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Arial"/>
              </a:rPr>
              <a:t>Цаашид хөгжүүлэх санаа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2240280"/>
            <a:ext cx="3611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CBD5E1"/>
                </a:solidFill>
                <a:latin typeface="Arial"/>
              </a:rPr>
              <a:t>• Realtime collaboration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CBD5E1"/>
                </a:solidFill>
                <a:latin typeface="Arial"/>
              </a:rPr>
              <a:t>• Илүү нарийн analytics, BI тайлан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CBD5E1"/>
                </a:solidFill>
                <a:latin typeface="Arial"/>
              </a:rPr>
              <a:t>• Mobile app эсвэл PWA хувилбар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CBD5E1"/>
                </a:solidFill>
                <a:latin typeface="Arial"/>
              </a:rPr>
              <a:t>• Enterprise түвшний notification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Анхаарал тавьсанд баярлалаа.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